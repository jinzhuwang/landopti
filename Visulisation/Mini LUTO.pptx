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AF67-8B3E-B8CD-B9F5-22548A38C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63119-B3C8-F91F-E124-77E423AC1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A5CA4-FD57-89C4-14EF-E34A6444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5A293-807F-DFC4-0487-F8142A18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2418A-6EEB-EE23-F241-CCF671B9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8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DEDE-DBF0-5E1E-9B67-1C32F949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740C0-C4DA-CB3A-2305-FE3BC5359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A9791-65D5-55D3-9712-FECB8B56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4388-347E-2B8D-9A26-026B9BA4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41B78-4F52-BFCF-498C-B82958BC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4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4F6C-8F36-5465-009D-2E2AC7118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7AE02-CC54-7B20-68D6-CCF3B5BBB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06464-9F1D-CB62-CEA8-643ABF5F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741A-7449-40CB-541A-E6F46AB6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CCF71-8408-38E4-5076-0EFD3572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6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09B7-0702-4BAC-8176-C12661D6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238EE-02DD-4271-71F8-DF647F054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DB1F1-5694-1E9B-A3C2-29F096751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E5F65-5D86-9728-96D3-F708342E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FCAF5-E1A3-D049-65D3-028E746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49F6B-02A4-DAAD-02C2-8C65A179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6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7BA7-FB3A-6FD3-4264-4A8D4229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C925C-DCD7-08E3-1570-F9BE1957F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11F52-20F6-EABE-821B-BCCA6848D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8CF23-DC22-E131-CB5F-A79EE4567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076B5-CCB9-3AA9-BA01-FB5137DA7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9C8FE-3633-B338-5958-DA6320349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3E687-25A8-7902-5DD5-18AB4B54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57DED-6BF5-284F-80CC-793A27E5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3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B68D-E7A9-0DBA-25A7-33986A54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03A8F-DBB5-D575-8877-FB2D37D8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D1B99-BE4E-7193-D2D6-5A64982A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0A780-F145-363C-3B39-7B2B4507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7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8A213-6A98-14DF-B9C3-8B98ECB7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F003E-6283-B8C0-BDF8-4F124CF4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6CD46-2D62-98FD-BCA1-5573C333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7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9EDF-1EEF-812D-E71F-817981C9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5748-8F93-66EA-FCA3-11039BE2E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7E989-8569-4077-31F0-B33503A72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D7608-19AC-8C96-7566-BA3B82AD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202C0-53A6-5FFC-76A9-5FD06E9E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77BB7-DA58-1D57-0FFF-88284C7D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5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4135-7318-939E-5283-E99F8ACE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CA657-7CF6-C627-A505-3CB318237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5D96D-99E5-2580-3CB9-72EB0B022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5C068-0E0E-9532-BE18-D0061D21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041D9-DAFE-C109-E345-F687F155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FCBB3-C5F9-CE01-F5EA-FF5A1CEA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7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FDCE-B9A1-696F-9B3B-539564F1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7BDCE-FF05-CC05-1452-A6A4D3357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02FD2-7C9E-58D0-2A91-678E43F1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0DE6F-41E4-ADAD-3D81-8B26ED27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8C9B6-8025-4CCD-CC08-3FCA3394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0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B6725-7CE1-6769-5CC2-277DB2D12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5BE6E-0A5B-1486-11EA-CE8C60CED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942F9-370E-8B28-9445-BF2D5127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626D-7A94-523A-D63F-5BA3AF56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63831-C70D-575A-A58C-3D7AD5A6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6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5CC9F-7B06-C5FB-4967-4F3DE769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42965-F990-BC49-F71D-0A0D343C3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ABA8C-BED3-3FCB-483C-4BC27491A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BBE8A-221D-40FD-8DC4-C34020F8078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D5582-1027-C228-1506-BE5B2B7F6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B18D-5C8B-D7FE-58D0-C47644549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C5B4-3AE3-4550-8461-F6D45E54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003DC4-9AB9-62C0-E0E2-0E6B6EAEB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79" y="168075"/>
            <a:ext cx="8417642" cy="6521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ED52C7-8CB6-6F10-56DF-B257E67227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40"/>
          <a:stretch>
            <a:fillRect/>
          </a:stretch>
        </p:blipFill>
        <p:spPr>
          <a:xfrm>
            <a:off x="10226122" y="5050379"/>
            <a:ext cx="946007" cy="151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1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0418-825D-C508-28E9-B62CEC00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B2B0DC-2E2A-5733-F57E-9BEAC914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939" y="264787"/>
            <a:ext cx="6342621" cy="637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87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Jinzhu Wang</dc:creator>
  <cp:lastModifiedBy>Jinzhu Wang</cp:lastModifiedBy>
  <cp:revision>4</cp:revision>
  <dcterms:created xsi:type="dcterms:W3CDTF">2026-03-03T11:22:51Z</dcterms:created>
  <dcterms:modified xsi:type="dcterms:W3CDTF">2026-03-03T11:59:14Z</dcterms:modified>
</cp:coreProperties>
</file>